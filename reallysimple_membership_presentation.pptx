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463040" cy="832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Really Simple Membership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5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Wallet Passes &amp; Membership Management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Ditch plastic cards. Launch in minutes.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Value Proposition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3474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Credentials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Overhead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and shipping physical plastic cards is expensive and slow.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Member Adoption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forget their plastic cards and dislike downloading custom apps.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&amp; Static Info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cards cannot reflect live tier upgrades or dynamic details.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188720"/>
            <a:ext cx="73152" cy="3474720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5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Really Simple Solution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2064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Passes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digital cards directly into native Apple Wallet and Google Wallet.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 Friction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scan a QR code or tap a link to instantly add their pass.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OTA Sync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push instantly over the air to all member devices in one click.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 Setup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 in Minutes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Coding Required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admin dashboard lets you customize layouts, fields, and logo branding visually.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clubs, active tiers, and integration settings in one unified workspace.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Distribution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templates immediately and start registering members in real time.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26280" y="141732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pic>
        <p:nvPicPr>
          <p:cNvPr id="8" name="Image 1" descr="scratch/admin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411480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Unified setup dashboard for club administrators.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 Dashboard &amp; Features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41732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pic>
        <p:nvPicPr>
          <p:cNvPr id="6" name="Image 1" descr="scratch/sharks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11480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Dubai Sharks club membership details page.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Frictionless Member Experience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937760" y="17373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access active tier, renewal date, and terms via a simple personal link.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Wallet Save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buttons to save cards directly to native iOS Apple Wallet or Google Wallet.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Synchronization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updates dynamically reflect tier upgrades, loyalty points, or validity changes.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Power of Templates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Consistency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visual branding across all active cohorts, events, or membership tiers with pre-built layouts that keep assets aligned.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Deployment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74720" y="19202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fields, text tags, and layout styles once. Instantiate new member cards instantly from a master design template.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1188720"/>
            <a:ext cx="2560320" cy="73152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Centralized Updates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19202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template-level layouts, labels, or colors in the admin panel to instantly update all active passes on member phones.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Upload &amp; Onboarding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Any Scale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CSV Upload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thousands of member records at once using simple spreadsheet files.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register walk-ins, temporary guests, or VIPs via the clean admin panel.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Onboarding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immediately triggers welcome emails with wallet activation links.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234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5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CSV Spreadsheet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columns like name, email, tier, and member numbers.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28600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5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Auto-Generate Passes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generates unique Apple Wallet and Google Wallet credentials.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38328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429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5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Deliver &amp; Onboard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receive an email notification with a 1-click 'Add to Wallet' link.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Generation &amp; Custom Styling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Pixel-Perfect Brand Customization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Asset Uploads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high-quality custom logos, icons, and hero strip images.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Harmonious Color Control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background and text colors to match your club's design system.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Labels &amp; Value Fields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custom database fields to display specific details on the card face.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Back-of-Card Details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terms and conditions, contact details, and links on the back.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pic>
        <p:nvPicPr>
          <p:cNvPr id="8" name="Image 1" descr="public/wallet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63040"/>
            <a:ext cx="256032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Custom strip assets for pass generation.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Wallet Integration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384048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Wallet (.pkpass)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Compatibility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instantly on all iOS and watchOS devices. No app store downloads.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Lockscreen Alerts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shows pass when members approach the venue coordinates.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Push Updates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fields sync in background over Apple Push Notifications (APNs).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188720"/>
            <a:ext cx="3840480" cy="73152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5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Wallet &amp; Google Pay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Save Flow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'Save to Google Pay' button for instant Android device integration.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Push Notifications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trigger native Android notifications with live detail summaries.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Secure Platform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robust Google Pay Wallet API for secure pass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OTA Upgrades &amp; Live Verification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E56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3840480" cy="73152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Over-the-Air (OTA) Upgrades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Tier Upgrades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members from Gold to VIP in the dashboard—their pass updates instantly.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&amp; Status Changes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memberships instantly show 'Expired' or 'Revoked' badges on devices.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 Delivery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updates silently in the background without requiring pass re-installation.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188720"/>
            <a:ext cx="3840480" cy="73152"/>
          </a:xfrm>
          <a:prstGeom prst="rect">
            <a:avLst/>
          </a:prstGeom>
          <a:solidFill>
            <a:srgbClr val="EE5622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Scanner Verification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Barcode Displays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barcodes and QR codes rendered dynamically on member passes.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Door-Side Check-in App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passes at the venue door using webcams, smartphones, or dedicated scanners.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Validation Checks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live database status, active expiration date, and entry permissions.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1940" y="7315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Simplify Your Membership Management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digital-first, frictionless platform built for modern clubs.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71600" y="2468880"/>
            <a:ext cx="29260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5448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E5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46304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card issuance and administrative overhead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2468880"/>
            <a:ext cx="29260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delivery—no physical cards to print, lose, or replace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at reallysimpleapp.com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Really Simple Membership Sales Presentation</dc:title>
  <dc:subject>PptxGenJS Presentation</dc:subject>
  <dc:creator>Really Simple App</dc:creator>
  <cp:lastModifiedBy>Really Simple App</cp:lastModifiedBy>
  <cp:revision>1</cp:revision>
  <dcterms:created xsi:type="dcterms:W3CDTF">2026-06-17T20:48:21Z</dcterms:created>
  <dcterms:modified xsi:type="dcterms:W3CDTF">2026-06-17T20:48:21Z</dcterms:modified>
</cp:coreProperties>
</file>